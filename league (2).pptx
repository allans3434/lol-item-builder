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3F0AA-065B-4FA4-B0EA-2F8C19EB1592}" v="679" dt="2026-01-23T12:53:41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8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8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5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7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0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90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9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6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6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0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B77D6FC-012D-3D22-33B5-357EA3143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irsraksts 1"/>
          <p:cNvSpPr>
            <a:spLocks noGrp="1"/>
          </p:cNvSpPr>
          <p:nvPr>
            <p:ph type="ctrTitle"/>
          </p:nvPr>
        </p:nvSpPr>
        <p:spPr>
          <a:xfrm>
            <a:off x="647700" y="437318"/>
            <a:ext cx="7467600" cy="38682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lv-LV" sz="6800"/>
              <a:t>League of Legends item builder</a:t>
            </a:r>
            <a:br>
              <a:rPr lang="lv-LV" sz="6800"/>
            </a:br>
            <a:endParaRPr lang="lv-LV" sz="6800"/>
          </a:p>
        </p:txBody>
      </p:sp>
      <p:sp>
        <p:nvSpPr>
          <p:cNvPr id="3" name="Apakšvirsraksts 2"/>
          <p:cNvSpPr>
            <a:spLocks noGrp="1"/>
          </p:cNvSpPr>
          <p:nvPr>
            <p:ph type="subTitle" idx="1"/>
          </p:nvPr>
        </p:nvSpPr>
        <p:spPr>
          <a:xfrm>
            <a:off x="695325" y="5385365"/>
            <a:ext cx="7419975" cy="8344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 err="1"/>
              <a:t>Allans</a:t>
            </a:r>
            <a:r>
              <a:rPr lang="lv-LV" dirty="0"/>
              <a:t> Tomsons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A07B3D-8AA3-9C2B-61B0-F02C9733C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94377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49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EDA154B-DB75-03E4-981D-55D05E23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Projekta ideja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ADDE4B1C-A0B5-628F-0BA1-ACDB29EB6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/>
              <a:t>Programma ļauj lietotajam izvēlēties čempionu un redzēt  ieteiktos </a:t>
            </a:r>
            <a:r>
              <a:rPr lang="lv-LV" dirty="0" err="1"/>
              <a:t>itemus</a:t>
            </a:r>
            <a:r>
              <a:rPr lang="lv-LV" dirty="0"/>
              <a:t> ar attēliem.</a:t>
            </a:r>
          </a:p>
        </p:txBody>
      </p:sp>
    </p:spTree>
    <p:extLst>
      <p:ext uri="{BB962C8B-B14F-4D97-AF65-F5344CB8AC3E}">
        <p14:creationId xmlns:p14="http://schemas.microsoft.com/office/powerpoint/2010/main" val="3210482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75F15F1-06BF-3E11-C4AA-5D689587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Mērķauditorija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2E4A6B0E-F3D9-6CB1-867B-E0E9D2F77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 err="1">
                <a:ea typeface="+mn-lt"/>
                <a:cs typeface="+mn-lt"/>
              </a:rPr>
              <a:t>League</a:t>
            </a:r>
            <a:r>
              <a:rPr lang="lv-LV" dirty="0">
                <a:ea typeface="+mn-lt"/>
                <a:cs typeface="+mn-lt"/>
              </a:rPr>
              <a:t> </a:t>
            </a:r>
            <a:r>
              <a:rPr lang="lv-LV" dirty="0" err="1">
                <a:ea typeface="+mn-lt"/>
                <a:cs typeface="+mn-lt"/>
              </a:rPr>
              <a:t>of</a:t>
            </a:r>
            <a:r>
              <a:rPr lang="lv-LV" dirty="0">
                <a:ea typeface="+mn-lt"/>
                <a:cs typeface="+mn-lt"/>
              </a:rPr>
              <a:t> </a:t>
            </a:r>
            <a:r>
              <a:rPr lang="lv-LV" dirty="0" err="1">
                <a:ea typeface="+mn-lt"/>
                <a:cs typeface="+mn-lt"/>
              </a:rPr>
              <a:t>Legends</a:t>
            </a:r>
            <a:r>
              <a:rPr lang="lv-LV" dirty="0">
                <a:ea typeface="+mn-lt"/>
                <a:cs typeface="+mn-lt"/>
              </a:rPr>
              <a:t> spēlētāji</a:t>
            </a:r>
            <a:endParaRPr lang="lv-LV" dirty="0"/>
          </a:p>
          <a:p>
            <a:r>
              <a:rPr lang="lv-LV" dirty="0">
                <a:ea typeface="+mn-lt"/>
                <a:cs typeface="+mn-lt"/>
              </a:rPr>
              <a:t>Iesācēji, kuri nezina, kādus </a:t>
            </a:r>
            <a:r>
              <a:rPr lang="lv-LV" dirty="0" err="1">
                <a:ea typeface="+mn-lt"/>
                <a:cs typeface="+mn-lt"/>
              </a:rPr>
              <a:t>itemus</a:t>
            </a:r>
            <a:r>
              <a:rPr lang="lv-LV" dirty="0">
                <a:ea typeface="+mn-lt"/>
                <a:cs typeface="+mn-lt"/>
              </a:rPr>
              <a:t> būvēt</a:t>
            </a:r>
            <a:endParaRPr lang="lv-LV" dirty="0"/>
          </a:p>
          <a:p>
            <a:r>
              <a:rPr lang="lv-LV" dirty="0">
                <a:ea typeface="+mn-lt"/>
                <a:cs typeface="+mn-lt"/>
              </a:rPr>
              <a:t>Skolēni, kuri interesējas par spēlēm un programmēšanu</a:t>
            </a:r>
            <a:endParaRPr lang="lv-LV" dirty="0"/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62276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00238AF-EA2F-FFA8-5F8E-2AFA3D6F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lv-LV" dirty="0">
                <a:ea typeface="+mj-lt"/>
                <a:cs typeface="+mj-lt"/>
              </a:rPr>
              <a:t>Projekta nepieciešamība / lietderīgums</a:t>
            </a:r>
            <a:endParaRPr lang="lv-LV" dirty="0"/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54AF53EB-B9F3-AFE8-7400-8BA3E54C8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>
                <a:ea typeface="+mn-lt"/>
                <a:cs typeface="+mn-lt"/>
              </a:rPr>
              <a:t>Atvieglo </a:t>
            </a:r>
            <a:r>
              <a:rPr lang="lv-LV" dirty="0" err="1">
                <a:ea typeface="+mn-lt"/>
                <a:cs typeface="+mn-lt"/>
              </a:rPr>
              <a:t>itemu</a:t>
            </a:r>
            <a:r>
              <a:rPr lang="lv-LV" dirty="0">
                <a:ea typeface="+mn-lt"/>
                <a:cs typeface="+mn-lt"/>
              </a:rPr>
              <a:t> izvēli spēles laikā</a:t>
            </a:r>
            <a:endParaRPr lang="lv-LV" dirty="0"/>
          </a:p>
          <a:p>
            <a:r>
              <a:rPr lang="lv-LV" dirty="0">
                <a:ea typeface="+mn-lt"/>
                <a:cs typeface="+mn-lt"/>
              </a:rPr>
              <a:t>Vizuāla, viegli saprotama </a:t>
            </a:r>
            <a:r>
              <a:rPr lang="lv-LV" dirty="0" err="1">
                <a:ea typeface="+mn-lt"/>
                <a:cs typeface="+mn-lt"/>
              </a:rPr>
              <a:t>saskarne</a:t>
            </a:r>
            <a:endParaRPr lang="lv-LV" dirty="0" err="1"/>
          </a:p>
          <a:p>
            <a:r>
              <a:rPr lang="lv-LV" dirty="0">
                <a:ea typeface="+mn-lt"/>
                <a:cs typeface="+mn-lt"/>
              </a:rPr>
              <a:t>Var izmantot kā mācību piemēru GUI programmēšanai</a:t>
            </a:r>
            <a:endParaRPr lang="lv-LV" dirty="0"/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69119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46AF4C1-76CD-5B86-00E7-F5CA356B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lv-LV" dirty="0">
                <a:ea typeface="+mj-lt"/>
                <a:cs typeface="+mj-lt"/>
              </a:rPr>
              <a:t>Izstrādes līdzekļi</a:t>
            </a:r>
            <a:endParaRPr lang="lv-LV" dirty="0"/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DD83C3FA-7B33-F32D-F44C-9E37DE1EF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>
                <a:ea typeface="+mn-lt"/>
                <a:cs typeface="+mn-lt"/>
              </a:rPr>
              <a:t>Programmēšanas valoda: </a:t>
            </a:r>
            <a:r>
              <a:rPr lang="lv-LV" dirty="0" err="1">
                <a:ea typeface="+mn-lt"/>
                <a:cs typeface="+mn-lt"/>
              </a:rPr>
              <a:t>Python</a:t>
            </a:r>
            <a:endParaRPr lang="lv-LV" dirty="0" err="1"/>
          </a:p>
          <a:p>
            <a:r>
              <a:rPr lang="lv-LV" dirty="0">
                <a:ea typeface="+mn-lt"/>
                <a:cs typeface="+mn-lt"/>
              </a:rPr>
              <a:t>GUI bibliotēka: </a:t>
            </a:r>
            <a:r>
              <a:rPr lang="lv-LV" dirty="0" err="1">
                <a:ea typeface="+mn-lt"/>
                <a:cs typeface="+mn-lt"/>
              </a:rPr>
              <a:t>Tkinter</a:t>
            </a:r>
            <a:endParaRPr lang="lv-LV" dirty="0" err="1"/>
          </a:p>
          <a:p>
            <a:r>
              <a:rPr lang="lv-LV" dirty="0">
                <a:ea typeface="+mn-lt"/>
                <a:cs typeface="+mn-lt"/>
              </a:rPr>
              <a:t>Attēlu apstrāde: </a:t>
            </a:r>
            <a:r>
              <a:rPr lang="lv-LV" dirty="0" err="1">
                <a:ea typeface="+mn-lt"/>
                <a:cs typeface="+mn-lt"/>
              </a:rPr>
              <a:t>Pillow</a:t>
            </a:r>
            <a:endParaRPr lang="lv-LV" dirty="0" err="1"/>
          </a:p>
          <a:p>
            <a:r>
              <a:rPr lang="lv-LV" dirty="0" err="1">
                <a:ea typeface="+mn-lt"/>
                <a:cs typeface="+mn-lt"/>
              </a:rPr>
              <a:t>Izpildfails</a:t>
            </a:r>
            <a:r>
              <a:rPr lang="lv-LV" dirty="0">
                <a:ea typeface="+mn-lt"/>
                <a:cs typeface="+mn-lt"/>
              </a:rPr>
              <a:t>: </a:t>
            </a:r>
            <a:r>
              <a:rPr lang="lv-LV" dirty="0" err="1">
                <a:ea typeface="+mn-lt"/>
                <a:cs typeface="+mn-lt"/>
              </a:rPr>
              <a:t>PyInstaller</a:t>
            </a:r>
            <a:endParaRPr lang="lv-LV" dirty="0" err="1"/>
          </a:p>
          <a:p>
            <a:r>
              <a:rPr lang="lv-LV" dirty="0">
                <a:ea typeface="+mn-lt"/>
                <a:cs typeface="+mn-lt"/>
              </a:rPr>
              <a:t>Versiju kontrole: </a:t>
            </a:r>
            <a:r>
              <a:rPr lang="lv-LV" dirty="0" err="1">
                <a:ea typeface="+mn-lt"/>
                <a:cs typeface="+mn-lt"/>
              </a:rPr>
              <a:t>GitHub</a:t>
            </a:r>
            <a:endParaRPr lang="lv-LV" dirty="0" err="1"/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30667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0E59396-57C6-B27D-21D6-675A639D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Izstrādei patērētais laiks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8A748C77-703A-67AB-0ABE-8A1247C35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/>
              <a:t>Aptuveni darbu </a:t>
            </a:r>
            <a:r>
              <a:rPr lang="lv-LV" dirty="0" err="1"/>
              <a:t>tiasiju</a:t>
            </a:r>
            <a:r>
              <a:rPr lang="lv-LV" dirty="0"/>
              <a:t> divas dienas.</a:t>
            </a:r>
          </a:p>
          <a:p>
            <a:r>
              <a:rPr lang="lv-LV" dirty="0" err="1"/>
              <a:t>Vissvairak</a:t>
            </a:r>
            <a:r>
              <a:rPr lang="lv-LV" dirty="0"/>
              <a:t> laika aizņēma koda rakstīšana un tā labošana.</a:t>
            </a:r>
          </a:p>
        </p:txBody>
      </p:sp>
    </p:spTree>
    <p:extLst>
      <p:ext uri="{BB962C8B-B14F-4D97-AF65-F5344CB8AC3E}">
        <p14:creationId xmlns:p14="http://schemas.microsoft.com/office/powerpoint/2010/main" val="63158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DFB7534-779E-EC6B-5BAF-F8BBC693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Izstrādes gaita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F207865D-D577-D9D2-BB58-1A58B359D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>
                <a:ea typeface="+mn-lt"/>
                <a:cs typeface="+mn-lt"/>
              </a:rPr>
              <a:t>Idejas izvēle</a:t>
            </a:r>
            <a:endParaRPr lang="lv-LV" dirty="0"/>
          </a:p>
          <a:p>
            <a:r>
              <a:rPr lang="lv-LV" dirty="0">
                <a:ea typeface="+mn-lt"/>
                <a:cs typeface="+mn-lt"/>
              </a:rPr>
              <a:t>Prasību definēšana</a:t>
            </a:r>
            <a:endParaRPr lang="lv-LV" dirty="0"/>
          </a:p>
          <a:p>
            <a:r>
              <a:rPr lang="lv-LV" dirty="0" err="1">
                <a:ea typeface="+mn-lt"/>
                <a:cs typeface="+mn-lt"/>
              </a:rPr>
              <a:t>Struktūrskices</a:t>
            </a:r>
            <a:r>
              <a:rPr lang="lv-LV" dirty="0">
                <a:ea typeface="+mn-lt"/>
                <a:cs typeface="+mn-lt"/>
              </a:rPr>
              <a:t> izveide</a:t>
            </a:r>
            <a:endParaRPr lang="lv-LV" dirty="0"/>
          </a:p>
          <a:p>
            <a:r>
              <a:rPr lang="lv-LV" dirty="0">
                <a:ea typeface="+mn-lt"/>
                <a:cs typeface="+mn-lt"/>
              </a:rPr>
              <a:t>GUI izstrāde ar </a:t>
            </a:r>
            <a:r>
              <a:rPr lang="lv-LV" dirty="0" err="1">
                <a:ea typeface="+mn-lt"/>
                <a:cs typeface="+mn-lt"/>
              </a:rPr>
              <a:t>Tkinter</a:t>
            </a:r>
            <a:endParaRPr lang="lv-LV" dirty="0" err="1"/>
          </a:p>
          <a:p>
            <a:r>
              <a:rPr lang="lv-LV" dirty="0">
                <a:ea typeface="+mn-lt"/>
                <a:cs typeface="+mn-lt"/>
              </a:rPr>
              <a:t>Attēlu integrēšana</a:t>
            </a:r>
            <a:endParaRPr lang="lv-LV" dirty="0"/>
          </a:p>
          <a:p>
            <a:r>
              <a:rPr lang="lv-LV" dirty="0" err="1">
                <a:ea typeface="+mn-lt"/>
                <a:cs typeface="+mn-lt"/>
              </a:rPr>
              <a:t>Itemu</a:t>
            </a:r>
            <a:r>
              <a:rPr lang="lv-LV" dirty="0">
                <a:ea typeface="+mn-lt"/>
                <a:cs typeface="+mn-lt"/>
              </a:rPr>
              <a:t> sasaistīšana ar čempioniem</a:t>
            </a:r>
            <a:endParaRPr lang="lv-LV" dirty="0"/>
          </a:p>
          <a:p>
            <a:r>
              <a:rPr lang="lv-LV" dirty="0">
                <a:ea typeface="+mn-lt"/>
                <a:cs typeface="+mn-lt"/>
              </a:rPr>
              <a:t>.</a:t>
            </a:r>
            <a:r>
              <a:rPr lang="lv-LV" dirty="0" err="1">
                <a:ea typeface="+mn-lt"/>
                <a:cs typeface="+mn-lt"/>
              </a:rPr>
              <a:t>exe</a:t>
            </a:r>
            <a:r>
              <a:rPr lang="lv-LV" dirty="0">
                <a:ea typeface="+mn-lt"/>
                <a:cs typeface="+mn-lt"/>
              </a:rPr>
              <a:t> faila izveide</a:t>
            </a:r>
            <a:endParaRPr lang="lv-LV" dirty="0"/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098477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3A03E6E-5221-D796-FA02-4EF676E4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Testēšana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7227A58F-585D-44E8-292A-384F4C032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lv-LV" dirty="0"/>
          </a:p>
          <a:p>
            <a:r>
              <a:rPr lang="lv-LV" dirty="0">
                <a:ea typeface="+mn-lt"/>
                <a:cs typeface="+mn-lt"/>
              </a:rPr>
              <a:t>Programmas palaišana </a:t>
            </a:r>
            <a:r>
              <a:rPr lang="lv-LV" dirty="0" err="1">
                <a:ea typeface="+mn-lt"/>
                <a:cs typeface="+mn-lt"/>
              </a:rPr>
              <a:t>Python</a:t>
            </a:r>
            <a:r>
              <a:rPr lang="lv-LV" dirty="0">
                <a:ea typeface="+mn-lt"/>
                <a:cs typeface="+mn-lt"/>
              </a:rPr>
              <a:t> vidē</a:t>
            </a:r>
            <a:endParaRPr lang="lv-LV" dirty="0"/>
          </a:p>
          <a:p>
            <a:r>
              <a:rPr lang="lv-LV" dirty="0">
                <a:ea typeface="+mn-lt"/>
                <a:cs typeface="+mn-lt"/>
              </a:rPr>
              <a:t>Programmas palaišana kā .</a:t>
            </a:r>
            <a:r>
              <a:rPr lang="lv-LV" dirty="0" err="1">
                <a:ea typeface="+mn-lt"/>
                <a:cs typeface="+mn-lt"/>
              </a:rPr>
              <a:t>exe</a:t>
            </a:r>
            <a:endParaRPr lang="lv-LV" dirty="0" err="1"/>
          </a:p>
          <a:p>
            <a:r>
              <a:rPr lang="lv-LV" dirty="0">
                <a:ea typeface="+mn-lt"/>
                <a:cs typeface="+mn-lt"/>
              </a:rPr>
              <a:t>Čempionu izvēles pārbaude</a:t>
            </a:r>
            <a:endParaRPr lang="lv-LV" dirty="0"/>
          </a:p>
          <a:p>
            <a:r>
              <a:rPr lang="lv-LV" dirty="0" err="1">
                <a:ea typeface="+mn-lt"/>
                <a:cs typeface="+mn-lt"/>
              </a:rPr>
              <a:t>Itemu</a:t>
            </a:r>
            <a:r>
              <a:rPr lang="lv-LV" dirty="0">
                <a:ea typeface="+mn-lt"/>
                <a:cs typeface="+mn-lt"/>
              </a:rPr>
              <a:t> attēlošanas pārbaude</a:t>
            </a:r>
            <a:endParaRPr lang="lv-LV" dirty="0"/>
          </a:p>
          <a:p>
            <a:r>
              <a:rPr lang="lv-LV" dirty="0">
                <a:ea typeface="+mn-lt"/>
                <a:cs typeface="+mn-lt"/>
              </a:rPr>
              <a:t>Kļūdu meklēšana (trūkstoši attēli, ceļi, bibliotēkas)</a:t>
            </a:r>
            <a:endParaRPr lang="lv-LV" dirty="0"/>
          </a:p>
          <a:p>
            <a:r>
              <a:rPr lang="lv-LV" dirty="0"/>
              <a:t>Paldies manam draugam </a:t>
            </a:r>
            <a:r>
              <a:rPr lang="lv-LV" dirty="0" err="1"/>
              <a:t>Arsenijam</a:t>
            </a:r>
            <a:r>
              <a:rPr lang="lv-LV" dirty="0"/>
              <a:t> </a:t>
            </a:r>
            <a:r>
              <a:rPr lang="lv-LV" dirty="0" err="1"/>
              <a:t>Avsejenko</a:t>
            </a:r>
            <a:r>
              <a:rPr lang="lv-LV" dirty="0"/>
              <a:t> par manas programmas testēšanu.</a:t>
            </a: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555572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0DE5459-B075-3BD8-08F9-57746E23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Dokumentēšana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A6162684-DEF1-F72B-0B22-741D13C32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/>
              <a:t>Prasību apraksts</a:t>
            </a:r>
          </a:p>
          <a:p>
            <a:r>
              <a:rPr lang="lv-LV" dirty="0"/>
              <a:t>Projektēšanas apraksts</a:t>
            </a:r>
          </a:p>
          <a:p>
            <a:r>
              <a:rPr lang="lv-LV" dirty="0" err="1"/>
              <a:t>Strukturskice</a:t>
            </a:r>
          </a:p>
          <a:p>
            <a:r>
              <a:rPr lang="lv-LV" dirty="0" err="1"/>
              <a:t>Lietotaja</a:t>
            </a:r>
            <a:r>
              <a:rPr lang="lv-LV" dirty="0"/>
              <a:t> ceļvedis</a:t>
            </a:r>
          </a:p>
          <a:p>
            <a:r>
              <a:rPr lang="lv-LV" dirty="0"/>
              <a:t>Kods </a:t>
            </a:r>
            <a:r>
              <a:rPr lang="lv-LV" dirty="0" err="1"/>
              <a:t>GitHub</a:t>
            </a:r>
            <a:r>
              <a:rPr lang="lv-LV" dirty="0"/>
              <a:t> </a:t>
            </a:r>
            <a:r>
              <a:rPr lang="lv-LV" dirty="0" err="1"/>
              <a:t>repozotorijā</a:t>
            </a:r>
          </a:p>
        </p:txBody>
      </p:sp>
    </p:spTree>
    <p:extLst>
      <p:ext uri="{BB962C8B-B14F-4D97-AF65-F5344CB8AC3E}">
        <p14:creationId xmlns:p14="http://schemas.microsoft.com/office/powerpoint/2010/main" val="275224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2D245DD-8BE8-C3A0-7823-2F824D13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Problēmas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EE5B1D57-7943-0D1D-B6C9-B1B16C208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 err="1"/>
              <a:t>Exe</a:t>
            </a:r>
            <a:r>
              <a:rPr lang="lv-LV" dirty="0"/>
              <a:t> faila izveide.</a:t>
            </a:r>
          </a:p>
        </p:txBody>
      </p:sp>
    </p:spTree>
    <p:extLst>
      <p:ext uri="{BB962C8B-B14F-4D97-AF65-F5344CB8AC3E}">
        <p14:creationId xmlns:p14="http://schemas.microsoft.com/office/powerpoint/2010/main" val="1653082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4A32290-02C8-A741-E37E-78165F7C4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Personīgie ieguvumi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101ABC4-B4E9-798C-DBC4-D1832A064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err="1"/>
              <a:t>Iemācijos</a:t>
            </a:r>
            <a:r>
              <a:rPr lang="lv-LV" dirty="0"/>
              <a:t> veidot grafisko </a:t>
            </a:r>
            <a:r>
              <a:rPr lang="lv-LV" err="1"/>
              <a:t>saskarni</a:t>
            </a:r>
            <a:r>
              <a:rPr lang="lv-LV"/>
              <a:t> ar </a:t>
            </a:r>
            <a:r>
              <a:rPr lang="lv-LV" err="1"/>
              <a:t>Tkinter</a:t>
            </a:r>
            <a:r>
              <a:rPr lang="lv-LV"/>
              <a:t>.</a:t>
            </a:r>
          </a:p>
          <a:p>
            <a:r>
              <a:rPr lang="lv-LV" err="1"/>
              <a:t>Iemācijos</a:t>
            </a:r>
            <a:r>
              <a:rPr lang="lv-LV"/>
              <a:t> strādāt ar failiem un mapēm.</a:t>
            </a:r>
          </a:p>
          <a:p>
            <a:r>
              <a:rPr lang="lv-LV" err="1"/>
              <a:t>Iemācijos</a:t>
            </a:r>
            <a:r>
              <a:rPr lang="lv-LV" dirty="0"/>
              <a:t> veidot .</a:t>
            </a:r>
            <a:r>
              <a:rPr lang="lv-LV" err="1"/>
              <a:t>exe</a:t>
            </a:r>
            <a:r>
              <a:rPr lang="lv-LV" dirty="0"/>
              <a:t> no </a:t>
            </a:r>
            <a:r>
              <a:rPr lang="lv-LV" err="1"/>
              <a:t>Python</a:t>
            </a:r>
            <a:r>
              <a:rPr lang="lv-LV"/>
              <a:t> programmas.</a:t>
            </a:r>
            <a:endParaRPr lang="lv-LV" dirty="0"/>
          </a:p>
          <a:p>
            <a:r>
              <a:rPr lang="lv-LV" dirty="0" err="1"/>
              <a:t>Iemācijos</a:t>
            </a:r>
            <a:r>
              <a:rPr lang="lv-LV" dirty="0"/>
              <a:t> izmantot </a:t>
            </a:r>
            <a:r>
              <a:rPr lang="lv-LV" dirty="0" err="1"/>
              <a:t>GitHub</a:t>
            </a:r>
            <a:r>
              <a:rPr lang="lv-LV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843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0F03A31-FF6E-E08B-C13A-131ED433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Projekta attīstības iespējas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437FA68E-A2B9-29FD-F56C-364F532D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lv-LV" dirty="0"/>
              <a:t>Projektu var attīstīt vienmēr, jo esmu pielicis tikai 6 varoņus no 172. Un tikai 18 priekšmetus no +200.Vel var </a:t>
            </a:r>
            <a:r>
              <a:rPr lang="lv-LV" dirty="0" err="1"/>
              <a:t>pieveinot</a:t>
            </a:r>
            <a:r>
              <a:rPr lang="lv-LV" dirty="0"/>
              <a:t> </a:t>
            </a:r>
            <a:r>
              <a:rPr lang="lv-LV" dirty="0" err="1"/>
              <a:t>summoner</a:t>
            </a:r>
            <a:r>
              <a:rPr lang="lv-LV" dirty="0"/>
              <a:t> </a:t>
            </a:r>
            <a:r>
              <a:rPr lang="lv-LV" dirty="0" err="1"/>
              <a:t>spells</a:t>
            </a:r>
            <a:r>
              <a:rPr lang="lv-LV" dirty="0"/>
              <a:t> un </a:t>
            </a:r>
            <a:r>
              <a:rPr lang="lv-LV" dirty="0" err="1"/>
              <a:t>runes</a:t>
            </a:r>
            <a:r>
              <a:rPr lang="lv-LV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737514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Platekrāna</PresentationFormat>
  <Paragraphs>0</Paragraphs>
  <Slides>12</Slides>
  <Notes>0</Notes>
  <HiddenSlides>0</HiddenSlides>
  <MMClips>0</MMClips>
  <ScaleCrop>false</ScaleCrop>
  <HeadingPairs>
    <vt:vector size="4" baseType="variant">
      <vt:variant>
        <vt:lpstr>Dizains</vt:lpstr>
      </vt:variant>
      <vt:variant>
        <vt:i4>1</vt:i4>
      </vt:variant>
      <vt:variant>
        <vt:lpstr>Slaidu virsraksti</vt:lpstr>
      </vt:variant>
      <vt:variant>
        <vt:i4>12</vt:i4>
      </vt:variant>
    </vt:vector>
  </HeadingPairs>
  <TitlesOfParts>
    <vt:vector size="13" baseType="lpstr">
      <vt:lpstr>ChronicleVTI</vt:lpstr>
      <vt:lpstr>League of Legends item builder </vt:lpstr>
      <vt:lpstr>Projekta ideja</vt:lpstr>
      <vt:lpstr>Mērķauditorija</vt:lpstr>
      <vt:lpstr>Projekta nepieciešamība / lietderīgums</vt:lpstr>
      <vt:lpstr>Izstrādes līdzekļi</vt:lpstr>
      <vt:lpstr>Izstrādei patērētais laiks</vt:lpstr>
      <vt:lpstr>Izstrādes gaita</vt:lpstr>
      <vt:lpstr>Testēšana</vt:lpstr>
      <vt:lpstr>Dokumentēšana</vt:lpstr>
      <vt:lpstr>Problēmas</vt:lpstr>
      <vt:lpstr>Personīgie ieguvumi</vt:lpstr>
      <vt:lpstr>Projekta attīstības iespējas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120</cp:revision>
  <dcterms:created xsi:type="dcterms:W3CDTF">2026-01-23T12:29:30Z</dcterms:created>
  <dcterms:modified xsi:type="dcterms:W3CDTF">2026-01-23T12:53:50Z</dcterms:modified>
</cp:coreProperties>
</file>